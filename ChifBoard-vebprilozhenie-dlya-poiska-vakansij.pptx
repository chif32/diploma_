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1100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34734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ChifBoard — веб‑приложение для поиска вакансий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88890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Дипломный проект, демонстрирующий полный цикл fullstack‑разработки: проектирование БД, REST API на Node.js и клиентский интерфейс на HTML/CSS/JS. Ориентирован на российский рынок труда (зарплаты в рублях, города РФ).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100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150293"/>
            <a:ext cx="49476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и ключевые задачи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805880"/>
            <a:ext cx="2290465" cy="2187253"/>
          </a:xfrm>
          <a:prstGeom prst="roundRect">
            <a:avLst>
              <a:gd name="adj" fmla="val 2722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19524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58913"/>
            <a:ext cx="19974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работающее веб‑приложение поиска и управления вакансиями с регистрацией и личным кабинетом.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1805880"/>
            <a:ext cx="2290539" cy="2187253"/>
          </a:xfrm>
          <a:prstGeom prst="roundRect">
            <a:avLst>
              <a:gd name="adj" fmla="val 2722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19524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Задачи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258913"/>
            <a:ext cx="199749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Спроектировать БД, реализовать REST API на Node.js/Express, создать SPA‑интерфейс, реализовать регистрацию/вход и сохранение вакансий.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Стек технологий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410495"/>
            <a:ext cx="517758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Сервер: Node.js, Express, pg, dotenv, cors, crypto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Клиент: HTML5, CSS3, JavaScript (Vanilla)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данных: PostgreSQL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Инструменты: nodemon, Git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24445"/>
            <a:ext cx="3875261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Архитектура приложения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525" y="802630"/>
            <a:ext cx="4844876" cy="3641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28212" y="2446537"/>
            <a:ext cx="883570" cy="606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Three-tier Architecture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49975" y="3503296"/>
            <a:ext cx="1314467" cy="202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Node.js/Express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49975" y="3762800"/>
            <a:ext cx="1314467" cy="280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served by server_clean.js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368256" y="3433257"/>
            <a:ext cx="1314467" cy="202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368256" y="3692761"/>
            <a:ext cx="1314467" cy="42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storage; tables via ensureTables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91157" y="1044745"/>
            <a:ext cx="1350385" cy="202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Browser (SPA)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891157" y="1304249"/>
            <a:ext cx="1350385" cy="42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files: index.html, app.js, styles.css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80182" y="4530179"/>
            <a:ext cx="718356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Классическая трёхуровневая архитектура. SPA в public/ (index.html, app.js, styles.css). Серверный файл — server_clean.js. Таблицы создаются функцией ensureTables.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788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Структура проекта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72939"/>
            <a:ext cx="3053135" cy="3053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2095128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диплом/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449488"/>
            <a:ext cx="4752677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server_clean.js — точка входа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db.js, db.sql — БД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russian_jobs.js — каталог из 40 вакансий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public/: index.html, app.js, styles.css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.env / package.json — настройки и зависимости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4219"/>
            <a:ext cx="57196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Модель данных (PostgreSQL)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60724"/>
            <a:ext cx="2622724" cy="1535385"/>
          </a:xfrm>
          <a:prstGeom prst="roundRect">
            <a:avLst>
              <a:gd name="adj" fmla="val 3878"/>
            </a:avLst>
          </a:prstGeom>
          <a:solidFill>
            <a:srgbClr val="272525"/>
          </a:solidFill>
          <a:ln w="19050">
            <a:solidFill>
              <a:srgbClr val="2A1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20215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jobs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328044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title, company, location, salary, description, created_at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860724"/>
            <a:ext cx="2622724" cy="1535385"/>
          </a:xfrm>
          <a:prstGeom prst="roundRect">
            <a:avLst>
              <a:gd name="adj" fmla="val 3878"/>
            </a:avLst>
          </a:prstGeom>
          <a:solidFill>
            <a:srgbClr val="272525"/>
          </a:solidFill>
          <a:ln w="1905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1410" y="20215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410" y="2328044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username (unique), password_hash, created_at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860724"/>
            <a:ext cx="2622724" cy="1535385"/>
          </a:xfrm>
          <a:prstGeom prst="roundRect">
            <a:avLst>
              <a:gd name="adj" fmla="val 3878"/>
            </a:avLst>
          </a:prstGeom>
          <a:solidFill>
            <a:srgbClr val="272525"/>
          </a:solidFill>
          <a:ln w="19050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5892" y="20215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saved_jobs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85892" y="2328044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user_id, title, company, location, salary, description, source, external_id, url, timestamps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55557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Связь saved_jobs → users (многие → один, ON DELETE CASCADE). Индексы по title, company, location, user_id. Уникальный индекс (user_id, source, external_id) запрещает дубли.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1393"/>
            <a:ext cx="71805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Реализованный функционал — обзор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87897"/>
            <a:ext cx="571798" cy="714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19878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Просмотр и поиск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294409"/>
            <a:ext cx="185015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по локальной базе и российскому каталогу (40 вакансий), фильтрация по должности, компании и городу, добавление вакансии через форму.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87897"/>
            <a:ext cx="571798" cy="714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19878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Авторизация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294409"/>
            <a:ext cx="185015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Регистрация (логин ≥3, пароль ≥4), вход/выход, хранение паролей в виде хеша (scrypt), токены Bearer для сессий.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87897"/>
            <a:ext cx="571798" cy="714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19878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Личный кабинет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294409"/>
            <a:ext cx="185015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Сохранение вакансий (кнопка «+»), защита от дубликатов, просмотр и удаление сохранённых вакансий.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63659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 — основные маршруты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410495"/>
            <a:ext cx="517758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Авторизация: POST /api/auth/register, /login, /logout, GET /api/auth/me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Личный кабинет (auth): GET/POST/GET/:id/DELETE /api/my-jobs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Вакансии: GET/POST/DELETE /api/jobs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Российский каталог: GET /api/russian-jobs (фильтрация)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100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62440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Безопасность и права доступа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703933"/>
            <a:ext cx="1475184" cy="28342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5977" y="1722983"/>
            <a:ext cx="127627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Хранение паролей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75977" y="2250951"/>
            <a:ext cx="127627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Пароли хешируются scrypt + соль перед сохранением.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0383" y="1703933"/>
            <a:ext cx="1475184" cy="28342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09292" y="1722983"/>
            <a:ext cx="127627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Защита маршрутов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2309292" y="2250951"/>
            <a:ext cx="1276276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authMiddleware отклоняет запросы без валидного токена (401). Пользователь управляет только своими сохранёнными вакансиями.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3697" y="1703933"/>
            <a:ext cx="1475184" cy="28342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42606" y="1722983"/>
            <a:ext cx="12762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Секреты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3942606" y="2029495"/>
            <a:ext cx="127627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Настройки подключения к БД в .env — не в репозитории.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10540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Выводы и дальнейшее развитие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215902"/>
            <a:ext cx="3759622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ChifBoard — полнофункциональное приложение для поиска и управления вакансиями, готовое к демонстрации на защите. Реализованы авторизация, личный кабинет, поиск по базе и российскому каталогу, защита от дубликатов.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74489" y="2946350"/>
            <a:ext cx="3759622" cy="518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Дальнейшее развитие: интеграция с реальным API (hh.ru), фильтры по зарплате и городу, роли работодателя/соискателя.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Развёртывание: любой сервер с Node.js и PostgreSQL.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2026-06-04T23:48:52Z</dcterms:created>
  <dcterms:modified xsi:type="dcterms:W3CDTF">2026-06-04T23:48:52Z</dcterms:modified>
</cp:coreProperties>
</file>